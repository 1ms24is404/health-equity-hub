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87246" y="2514599"/>
            <a:ext cx="8915399" cy="1358153"/>
          </a:xfrm>
        </p:spPr>
        <p:txBody>
          <a:bodyPr>
            <a:no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Unified Health Support Application</a:t>
            </a:r>
            <a:endParaRPr lang="en-IN" sz="4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93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320" y="852710"/>
            <a:ext cx="8911687" cy="1280890"/>
          </a:xfrm>
        </p:spPr>
        <p:txBody>
          <a:bodyPr>
            <a:normAutofit/>
          </a:bodyPr>
          <a:lstStyle/>
          <a:p>
            <a:r>
              <a:rPr lang="en-IN" sz="2800" dirty="0" smtClean="0">
                <a:latin typeface="Algerian" panose="04020705040A02060702" pitchFamily="82" charset="0"/>
              </a:rPr>
              <a:t>Problem Statement:</a:t>
            </a:r>
            <a:endParaRPr lang="en-IN" sz="2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Access to health information, mental health support, and record management is limited, especially in rural areas with poor internet.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aims to develop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unified AI-powered app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providing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health awareness, student mental health support, and EHR management for ASHA workers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offline access and secure data handling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86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376" y="268941"/>
            <a:ext cx="9499003" cy="630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1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202" y="182880"/>
            <a:ext cx="661595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4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438" y="268942"/>
            <a:ext cx="10058400" cy="628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0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25" y="290457"/>
            <a:ext cx="10299950" cy="628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767" y="247426"/>
            <a:ext cx="10262795" cy="628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2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813" y="430307"/>
            <a:ext cx="10058400" cy="61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0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29299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</TotalTime>
  <Words>65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Century Gothic</vt:lpstr>
      <vt:lpstr>Wingdings 3</vt:lpstr>
      <vt:lpstr>Wisp</vt:lpstr>
      <vt:lpstr>Unified Health Support Application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Health Support Application</dc:title>
  <dc:creator>student</dc:creator>
  <cp:lastModifiedBy>student</cp:lastModifiedBy>
  <cp:revision>2</cp:revision>
  <dcterms:created xsi:type="dcterms:W3CDTF">2025-11-28T08:00:32Z</dcterms:created>
  <dcterms:modified xsi:type="dcterms:W3CDTF">2025-11-28T08:18:42Z</dcterms:modified>
</cp:coreProperties>
</file>